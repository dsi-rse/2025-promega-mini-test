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10-Repeat 4-Fold CV
Metabolite Variant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657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series_idor cohort  ·  n = 139 organoids  ·  25 Not-Acceptable / 114 Acceptable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EBF7"/>
                </a:solidFill>
              </a:rPr>
              <a:t>3 metabolite variants: nan-floor  ·  raw  ·  no-malate
Modalities: Metabolite (LightGBM)  ·  Morphology (LightGBM)  ·  Image (EfficientNet-B0)
Late fusion: mean probability  ·  majority vote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85800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Cohort
  • 139 organoids from series_idor (BA1 + BA2), including 6 stitched organoids
  • Labels: 25 Not-Acceptable (NAcc), 114 Acceptable (Acc)
  • 11 time points: Dy03 → Dy30
Cross-Validation
  • Stratified 4-fold CV  ×  10 repeats (different random seeds)
  • Seed for repeat r: SEED + r × 1000  →  genuinely independent splits
  • Same fold partition shared across all modalities within each repeat
  • OOF balanced accuracy computed per repeat; mean ± SD reported
3 Metabolite Variants (trained independently each fold)
  • met_nan     — values below −500 µM replaced with NaN  (original approach)
  • met_raw     — raw concentration, no floor correction
  • met_no_malate — MalateGlo feature excluded entirely
Late Fusion Strategies
  • mean_prob: average OOF probabilities across modalities, threshold 0.5
  • majority_vote: ≥ 2-of-3 modalities predict NAcc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Aggregated Results: Mean ± SD over 10 Repeats</a:t>
            </a:r>
          </a:p>
        </p:txBody>
      </p:sp>
      <p:pic>
        <p:nvPicPr>
          <p:cNvPr id="3" name="Picture 2" descr="combined_kfold_two_panel_series_idor_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5552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Summary Table: Balanced Accuracy (mean ± SD)</a:t>
            </a:r>
          </a:p>
        </p:txBody>
      </p:sp>
      <p:pic>
        <p:nvPicPr>
          <p:cNvPr id="3" name="Picture 2" descr="combined_kfold_table_series_idor_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0540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Metabolite Variant Comparison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0641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Variance Across 10 Repeats — Key Strategies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3312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1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2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3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4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5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6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7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8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9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10 / 10 — OOF Balanced Accuracy by 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0624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