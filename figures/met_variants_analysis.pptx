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0"/>
            <a:ext cx="11430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Metabolite Preprocessing Variants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3840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DD7EE"/>
                </a:solidFill>
              </a:rPr>
              <a:t>series_idor  ·  n=139  ·  10×4-fold repeated CV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DEBF7"/>
                </a:solidFill>
              </a:rPr>
              <a:t>Comparing: nan-floor  ·  raw values  ·  MalateGlo excluded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</a:rPr>
              <a:t>Three Metabolite Preprocessing Approaches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4300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Background
  MalateGlo assay occasionally produces extreme negative concentrations (e.g. −5662 µM)
  interpreted as assay failure. The original pipeline replaces values &lt; −500 µM with NaN.
  This experiment tests whether that correction matters and whether MalateGlo adds value.
Variant 1 — met_nan  (original)
  Concentration values below −500 µM → NaN. LightGBM handles NaN natively.
Variant 2 — met_raw
  Raw concentration used as-is. No floor applied. Tests whether outlier flagging matters.
Variant 3 — met_no_malate
  MalateGlo feature excluded entirely (all 3 MalateGlo columns: concentration, initial,
  growth rate). Tests whether MalateGlo adds discriminative signal.
  Note: MalateGlo is only present for days &gt; Dy10 (conditional metabolite).
All three variants are trained independently on the same fold splits in every repeat.
Comparison is therefore perfectly controlled for cohort and fold assignments.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Standalone BA — 3 Met Variants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85800"/>
            <a:ext cx="11430000" cy="45887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Late-Fusion BA — 3 Met Variants vs Morph+Img Baseline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85800"/>
            <a:ext cx="11430000" cy="45887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Per-Day Differences Between Variants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85800"/>
            <a:ext cx="11430000" cy="35164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Numeric Summary Table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33201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</a:rPr>
              <a:t>Observations &amp;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13232"/>
            <a:ext cx="114300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1. Floor correction (met_nan) vs raw values (met_raw)
   Max |BA difference| across all days = 0.0000 — effectively zero.
   → The −500 µM floor correction has no impact. Extreme outliers are absent
     or already NaN for other reasons in this cohort.
2. Dropping MalateGlo (met_no_malate) reduces BA at late days:
   Dy20_5 (+0.021), Dy28 (+0.016)
   → MalateGlo contributes signal at late time points where malate
     metabolism diverges between Acceptable and Not-Acceptable organoids.
3. Metabolite BA improves strongly with organoid age:
   Early days (≤Dy17) mean BA = 0.576
   Late days  (≥Dy20) mean BA = 0.799
   → Metabolic signatures become more discriminative as organoids mature.
4. Late-fusion gain (All3 mean vs Met alone) at late days:
   Mean gain = +0.025 over 4 days
   → Combining all three modalities consistently outperforms any single modality.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